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anumGothicExtraBold"/>
      <p:bold r:id="rId11"/>
    </p:embeddedFont>
    <p:embeddedFont>
      <p:font typeface="Nanum Gothic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anumGothicExtraBold-bold.fntdata"/><Relationship Id="rId10" Type="http://schemas.openxmlformats.org/officeDocument/2006/relationships/slide" Target="slides/slide5.xml"/><Relationship Id="rId13" Type="http://schemas.openxmlformats.org/officeDocument/2006/relationships/font" Target="fonts/NanumGothic-bold.fntdata"/><Relationship Id="rId12" Type="http://schemas.openxmlformats.org/officeDocument/2006/relationships/font" Target="fonts/NanumGothi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accca8d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accca8d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여기부터는 스터디 발표에 쓰이는 PPT 슬라이드입니다!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6accca8d1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6accca8d1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이렇게 스터디원들을 만나 공부하신 사진을 넣어주시고 만남 인증을 해주세요!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비대면일 경우 화면 캡처를 이용해주시면 됩니다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지난 기수에서는 이걸 많이 까먹고 안올리셔서 전반적으로 스터디 참여가 저조했던 면이 있었는데, 스터디의 원활한 유지를 위해 꼭 잊지말고 첨부해주시면 감사하겠습니다!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6accca8d1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6accca8d1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6accca8d1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6accca8d1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76d74496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76d74496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-8275" y="-84750"/>
            <a:ext cx="9254700" cy="5231400"/>
          </a:xfrm>
          <a:prstGeom prst="rect">
            <a:avLst/>
          </a:prstGeom>
          <a:solidFill>
            <a:srgbClr val="19264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" name="Google Shape;45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0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0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" name="Google Shape;49;p10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" name="Google Shape;50;p10"/>
          <p:cNvSpPr/>
          <p:nvPr/>
        </p:nvSpPr>
        <p:spPr>
          <a:xfrm>
            <a:off x="1060050" y="211800"/>
            <a:ext cx="7420500" cy="4719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/>
        </p:nvSpPr>
        <p:spPr>
          <a:xfrm>
            <a:off x="146888" y="59400"/>
            <a:ext cx="1129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8</a:t>
            </a: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기 활동 소개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800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9</a:t>
            </a:r>
            <a:r>
              <a:rPr b="1" lang="ko" sz="800">
                <a:solidFill>
                  <a:srgbClr val="777777"/>
                </a:solidFill>
                <a:latin typeface="Nanum Gothic"/>
                <a:ea typeface="Nanum Gothic"/>
                <a:cs typeface="Nanum Gothic"/>
                <a:sym typeface="Nanum Gothic"/>
              </a:rPr>
              <a:t>기 활동 안내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정기세션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Github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Basic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Advanced Track</a:t>
            </a:r>
            <a:endParaRPr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스터디 소개</a:t>
            </a:r>
            <a:endParaRPr b="1" sz="800">
              <a:solidFill>
                <a:srgbClr val="9E9E9E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AI </a:t>
            </a:r>
            <a:r>
              <a:rPr b="1" lang="ko" sz="800">
                <a:solidFill>
                  <a:srgbClr val="9E9E9E"/>
                </a:solidFill>
                <a:latin typeface="Nanum Gothic"/>
                <a:ea typeface="Nanum Gothic"/>
                <a:cs typeface="Nanum Gothic"/>
                <a:sym typeface="Nanum Gothic"/>
              </a:rPr>
              <a:t>세미나 소개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CUAI 장학</a:t>
            </a:r>
            <a:r>
              <a:rPr lang="ko" sz="800">
                <a:solidFill>
                  <a:srgbClr val="999999"/>
                </a:solidFill>
                <a:latin typeface="Nanum Gothic"/>
                <a:ea typeface="Nanum Gothic"/>
                <a:cs typeface="Nanum Gothic"/>
                <a:sym typeface="Nanum Gothic"/>
              </a:rPr>
              <a:t>금</a:t>
            </a:r>
            <a:endParaRPr sz="800">
              <a:solidFill>
                <a:srgbClr val="999999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1339750" y="2710050"/>
            <a:ext cx="4979400" cy="1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500">
                <a:solidFill>
                  <a:srgbClr val="19264B"/>
                </a:solidFill>
              </a:rPr>
              <a:t>CUAI 0팀</a:t>
            </a:r>
            <a:endParaRPr b="1" sz="2500">
              <a:solidFill>
                <a:srgbClr val="19264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19264B"/>
                </a:solidFill>
              </a:rPr>
              <a:t>2025.03.04</a:t>
            </a:r>
            <a:endParaRPr>
              <a:solidFill>
                <a:srgbClr val="19264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9264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9264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9264B"/>
                </a:solidFill>
              </a:rPr>
              <a:t>발표자 : 홍길동</a:t>
            </a:r>
            <a:endParaRPr sz="1100">
              <a:solidFill>
                <a:srgbClr val="19264B"/>
              </a:solidFill>
            </a:endParaRPr>
          </a:p>
        </p:txBody>
      </p:sp>
      <p:cxnSp>
        <p:nvCxnSpPr>
          <p:cNvPr id="65" name="Google Shape;65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" name="Google Shape;72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/>
          <p:nvPr/>
        </p:nvSpPr>
        <p:spPr>
          <a:xfrm>
            <a:off x="1599250" y="1262100"/>
            <a:ext cx="4287600" cy="3414600"/>
          </a:xfrm>
          <a:prstGeom prst="rect">
            <a:avLst/>
          </a:prstGeom>
          <a:solidFill>
            <a:srgbClr val="EFEFEF"/>
          </a:solidFill>
          <a:ln cap="flat" cmpd="sng" w="38100">
            <a:solidFill>
              <a:srgbClr val="1926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활동 사진이 있다면 사진을 넣어주세요.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(</a:t>
            </a:r>
            <a:r>
              <a:rPr lang="ko" sz="1200"/>
              <a:t>카카오톡 대화 </a:t>
            </a:r>
            <a:r>
              <a:rPr lang="ko" sz="1200"/>
              <a:t>화면 캡쳐 이용 </a:t>
            </a:r>
            <a:r>
              <a:rPr lang="ko" sz="1200"/>
              <a:t>가능</a:t>
            </a:r>
            <a:r>
              <a:rPr lang="ko" sz="1200"/>
              <a:t>)</a:t>
            </a:r>
            <a:endParaRPr sz="1200"/>
          </a:p>
        </p:txBody>
      </p:sp>
      <p:sp>
        <p:nvSpPr>
          <p:cNvPr id="75" name="Google Shape;75;p14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스터디원 소개 및 만남 인증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137600" y="1820125"/>
            <a:ext cx="2282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스터디원 1 : 김XX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스터디원 2 : 이XX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스터디원 3 : 박XX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목차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" name="Google Shape;90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/>
        </p:nvSpPr>
        <p:spPr>
          <a:xfrm>
            <a:off x="1408975" y="306875"/>
            <a:ext cx="497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19264B"/>
                </a:solidFill>
                <a:latin typeface="NanumGothicExtraBold"/>
                <a:ea typeface="NanumGothicExtraBold"/>
                <a:cs typeface="NanumGothicExtraBold"/>
                <a:sym typeface="NanumGothicExtraBold"/>
              </a:rPr>
              <a:t>내용</a:t>
            </a:r>
            <a:endParaRPr sz="2000">
              <a:solidFill>
                <a:srgbClr val="19264B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64B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049750" y="3137425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8685225" y="1354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8685225" y="616375"/>
            <a:ext cx="335700" cy="3357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685225" y="1097275"/>
            <a:ext cx="335700" cy="3357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7"/>
          <p:cNvCxnSpPr/>
          <p:nvPr/>
        </p:nvCxnSpPr>
        <p:spPr>
          <a:xfrm rot="10800000">
            <a:off x="146900" y="0"/>
            <a:ext cx="0" cy="21525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7"/>
          <p:cNvSpPr txBox="1"/>
          <p:nvPr/>
        </p:nvSpPr>
        <p:spPr>
          <a:xfrm>
            <a:off x="1469575" y="510025"/>
            <a:ext cx="14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082300" y="2110050"/>
            <a:ext cx="497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lt1"/>
              </a:solidFill>
              <a:latin typeface="NanumGothicExtraBold"/>
              <a:ea typeface="NanumGothicExtraBold"/>
              <a:cs typeface="NanumGothicExtraBold"/>
              <a:sym typeface="NanumGothic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